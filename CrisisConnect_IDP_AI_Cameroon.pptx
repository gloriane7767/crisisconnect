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CrisisConnect is an AI-powered chatbot designed to help nearly 1 million IDPs in Cameroon access humanitarian aid faster through WhatsApp, SMS, or USSD.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stats from IOM and UNICEF 2025-2026 data. 3.3 million people need assistance but only 17% of funding is covered. Three core gaps: information, coordination, and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prompt modes: one for IDPs via WhatsApp/SMS/USSD, one for NGO coordinators for logistics. Both use carefully engineered system prompts with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delivery channels designed for Cameroon's connectivity reality. USSD and radio reach the most excluded IDPs. Builds on UNHCR's proven cash-based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ethical risks: security (most critical for IDPs in conflict zones), language bias, misinformation, digital exclusion, over-dependency, and transparency. Each has a concrete safeguard.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five key takeaways. Emphasize that this is a real, urgent, solvable problem. CrisisConnect is not just an idea — it can be built today with existing AI tools and delivery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4A085">
              <a:alpha val="40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D3A"/>
                </a:solidFill>
              </a:rPr>
              <a:t>AI FOR HUMANITARIAN ACTION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CrisisConnect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Needs &amp; Aid Matching Tool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Internally Displaced Persons in Cameroon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Aid / Project Management   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+ Prompt Engineering   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Anglophone &amp; Far North Crisis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challenges are we addressing?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844,953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75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IDPs in Cameroon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(Sep 2025)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17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2075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aid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17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075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covered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total need)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17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2075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neglected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crisis*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0" y="2606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*Norwegian Refugee Council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7033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IDPs don't know what aid is available, where it is, or how to access it in their language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Gap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7033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lack a unified system to match their resources to specific IDP needs in real 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6364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7033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communication happens mostly in French — but IDPs speak Pidgin, Fulfulde, and English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AI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CrisisConnect work?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0D3D4D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411480"/>
          </a:xfrm>
          <a:prstGeom prst="roundRect">
            <a:avLst>
              <a:gd name="adj" fmla="val 33333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FOR IDPs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WhatsApp / SMS / USSD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PROMPT:
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compassionate humanitarian assistant helping IDPs in Cameroon. Always ask:
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Their location (region/town)
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Most urgent need: food, shelter, medical, education, or protection
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Household size &amp; vulnerabilities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in the user's language (English, French, or Pidgin). Keep answers under 100 words.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0D3D4D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4160520" cy="411480"/>
          </a:xfrm>
          <a:prstGeom prst="roundRect">
            <a:avLst>
              <a:gd name="adj" fmla="val 33333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15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FOR NGO COORDINATORS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581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&amp; cluster reports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PROMPT:
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AI logistics assistant for humanitarian coordinators in Cameroon.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map available resources (food, NFIs, medical, shelter) to IDP clusters by region.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unmet needs by severity level. Flag gaps where no organization is currently responding.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structured weekly reports for cluster coordination meetings.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this be implemented in the real world?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0" cy="1691640"/>
          </a:xfrm>
          <a:prstGeom prst="roundRect">
            <a:avLst>
              <a:gd name="adj" fmla="val 17143"/>
            </a:avLst>
          </a:prstGeom>
          <a:solidFill>
            <a:srgbClr val="14A085">
              <a:alpha val="85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/ SMS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IDPs in camps &amp; urban areas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9019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their need → get nearest verified aid point instantly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640080" cy="1691640"/>
          </a:xfrm>
          <a:prstGeom prst="roundRect">
            <a:avLst>
              <a:gd name="adj" fmla="val 17143"/>
            </a:avLst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22392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USSD *123#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22392" y="1627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IDPs with no smartphone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22392" y="19019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menu navigation — no internet required, works on any phone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640080" cy="1691640"/>
          </a:xfrm>
          <a:prstGeom prst="roundRect">
            <a:avLst>
              <a:gd name="adj" fmla="val 17143"/>
            </a:avLst>
          </a:prstGeom>
          <a:solidFill>
            <a:srgbClr val="E8A838">
              <a:alpha val="8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547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NGO coordinators &amp; UN agencies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" y="38221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need maps, resource gaps, and cluster meeting reports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08960"/>
            <a:ext cx="640080" cy="1691640"/>
          </a:xfrm>
          <a:prstGeom prst="roundRect">
            <a:avLst>
              <a:gd name="adj" fmla="val 17143"/>
            </a:avLst>
          </a:prstGeom>
          <a:solidFill>
            <a:srgbClr val="0B2D3A">
              <a:alpha val="85000"/>
            </a:srgbClr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📻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22392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Radio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22392" y="3547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Remote &amp; illiterate IDPs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22392" y="38221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weekly scripts read aloud in local languages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Aligns with UNHCR's existing cash-based modality that already reached 30,003 beneficiaries — AI adds speed and targeting precision to proven delivery channels.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ETHICAL CONSIDERATIONS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risks and safeguards must we consider?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280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80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Security Risk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IDPs sharing location could be targeted by armed groups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" y="2093976"/>
            <a:ext cx="2578608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8328" y="21396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Anonymize all data. Use general zones, not GPS coordinates. No personal data stored.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280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80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Bias Risk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64408" y="16002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mainly on English/French may fail Fulfulde &amp; Pidgin speakers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2093976"/>
            <a:ext cx="2578608" cy="0"/>
          </a:xfrm>
          <a:prstGeom prst="line">
            <a:avLst/>
          </a:prstGeom>
          <a:noFill/>
          <a:ln w="6350">
            <a:solidFill>
              <a:srgbClr val="E67E2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264408" y="21396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all prompts in local languages. Use community validators from affected groups.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1280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280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Misinformation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90488" y="16002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aid location could cause IDPs to make dangerous journeys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0488" y="2093976"/>
            <a:ext cx="2578608" cy="0"/>
          </a:xfrm>
          <a:prstGeom prst="line">
            <a:avLst/>
          </a:prstGeom>
          <a:noFill/>
          <a:ln w="6350">
            <a:solidFill>
              <a:srgbClr val="8E44A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190488" y="21396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Verify aid data weekly with partner NGOs. Add disclaimer: 'confirm before traveling.'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31089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Digital Exclusion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" y="3429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IDPs have no phone at 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" y="3922776"/>
            <a:ext cx="2578608" cy="0"/>
          </a:xfrm>
          <a:prstGeom prst="line">
            <a:avLst/>
          </a:prstGeom>
          <a:noFill/>
          <a:ln w="6350">
            <a:solidFill>
              <a:srgbClr val="0D7377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38328" y="3968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Design USSD and community radio channels. Partner with local relayers and volunteers.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31089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Over-Dependency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64408" y="3429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might replace human aid workers and reduce accountability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64408" y="3922776"/>
            <a:ext cx="2578608" cy="0"/>
          </a:xfrm>
          <a:prstGeom prst="line">
            <a:avLst/>
          </a:prstGeom>
          <a:noFill/>
          <a:ln w="6350">
            <a:solidFill>
              <a:srgbClr val="E8A83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264408" y="3968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Position as a complement only. Human override always available. Workers stay in loop.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3017520"/>
            <a:ext cx="2788920" cy="1645920"/>
          </a:xfrm>
          <a:prstGeom prst="roundRect">
            <a:avLst>
              <a:gd name="adj" fmla="val 6667"/>
            </a:avLst>
          </a:prstGeom>
          <a:solidFill>
            <a:srgbClr val="0D3D4D"/>
          </a:solidFill>
          <a:ln w="19050">
            <a:solidFill>
              <a:srgbClr val="14A0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31089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A085">
              <a:alpha val="80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⚠ Transparency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90488" y="3429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not know they are talking to an AI system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90488" y="3922776"/>
            <a:ext cx="2578608" cy="0"/>
          </a:xfrm>
          <a:prstGeom prst="line">
            <a:avLst/>
          </a:prstGeom>
          <a:noFill/>
          <a:ln w="6350">
            <a:solidFill>
              <a:srgbClr val="14A08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190488" y="3968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disclose AI identity at start of conversation. Explain limitations clearly.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4A085">
              <a:alpha val="12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of CrisisConnect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20624" cy="42062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554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Problem, Real Scale —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million IDPs with documented unmet needs — AI bridges the information and coordination gap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420624" cy="42062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2494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by Design —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49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SMS, USSD, and radio channels ensure no IDP is excluded, even without a smartphone or internet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" cy="42062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944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Power —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944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system prompts in French, English, and Pidgin demonstrate advanced AI prompt strategy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420624" cy="42062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Ethically Grounded —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bias, and transparency risks are identified and addressed with concrete, actionable safeguards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315968"/>
            <a:ext cx="420624" cy="42062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43342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Beyond Cameroon —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adapted for DRC, Chad, CAR, or any protracted displacement crisis in Africa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CrisisConnect: Connecting displaced people to the help they need — faster, smarter, and in their own language.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CrisisConnect: AI Tool for IDPs in Cameroon</dc:title>
  <dc:subject>PptxGenJS Presentation</dc:subject>
  <dc:creator>PptxGenJS</dc:creator>
  <cp:lastModifiedBy>PptxGenJS</cp:lastModifiedBy>
  <cp:revision>1</cp:revision>
  <dcterms:created xsi:type="dcterms:W3CDTF">2026-06-22T23:49:52Z</dcterms:created>
  <dcterms:modified xsi:type="dcterms:W3CDTF">2026-06-22T23:49:52Z</dcterms:modified>
</cp:coreProperties>
</file>